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7143-D317-4B2F-E754-A06D19265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531C3-6F60-3EDD-25F0-B7566CD3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8FD44-6CEA-4FC4-3C0F-2BF66E103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B492-E6CE-E20D-EA13-C80B07BB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16B6-31ED-5070-4122-D08E3DCA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4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040B-0A0C-E73B-B9DA-FE26C2B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8604-9E9E-7F3A-B278-9BF66BEA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641-0428-5A86-00D9-10D808C1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4E855-BF68-3949-9CCF-3C5B4392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DDA2-C67A-A4FF-B48A-171F03E3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7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8AA2-D129-C47E-B1FB-BFACE66A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052CF-C443-CCFE-5FCE-EBFE56315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AF42-99C6-3153-8DA2-81B0D63F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C65DC-DB6B-47D4-35E7-2F248E90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1188-E966-5C70-2906-34466A51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BDAA-AECB-A878-A1B8-2CF7BCBD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93B8-EBAD-CD93-E081-B7CE7A67F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3161A-D80D-F042-3FE0-D5E8DAFF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FE232-6EE7-3560-FBE1-64BE5667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97E6-1076-B953-6869-E380BF0C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B7DB1-C71C-E7E1-B2E7-E0DFE7F7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4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3FBA-C388-01A3-3DA3-F8E979E0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AD1B-BCA9-2227-98BD-6DB4108E1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C7D29-0592-4BCD-A3BC-8DE738AF3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EB3C2-ACF9-9DE3-E86F-C8C192E3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209FC-DE57-A7A0-F87B-C0C1D741C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CF866-4846-4296-79BB-FE2700E7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42B18-8A73-5395-CBFA-FDE1FE3D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F4F81-D3BE-C1CA-15D2-017353B6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9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9025-2425-5E70-6BDD-4D54B7B7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ADA6E-FB80-E9AC-E730-B6F820A0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82F46-F450-2AEE-B83E-17DA7877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B19A9-889F-5F67-7450-71CCA2E9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1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B663A-1B63-A684-DE1F-944885BE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BAC74-3FF8-9963-4E1B-695B4429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7EE87-94FD-BC95-91D4-B4AB88A0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4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0D97-410E-BF61-BA91-31710144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1FB1-12D6-0C63-4896-FE08A3FAD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9BFE6-D972-D653-F0A9-2DA0FBB55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5E7E2-94BE-EF8C-1D4E-6EFB0450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34E6-BD00-E128-0F42-9C06C87C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73510-A717-02AD-AEFD-E03FBB17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5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B974-7955-316A-911A-551D7E97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427DB-3F88-5EB5-B127-3F808BF8F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65BC9-03DE-ABEF-CC0F-21A632F30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5BE46-B0EA-6417-A95D-13FB65E5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3009A-B018-940C-773F-1D3A269A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FD0C0-313D-29A7-0F81-950F2BFB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5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EE12-2985-9044-9D38-85614D7F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26B1D-13AD-1387-D4C3-6B1E87330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FED1-6E48-2A55-2BB4-30B39701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522E-33C8-5D42-F258-54CB6A7B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0969F-7738-65B9-E67F-6982BEF3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9496D-7EC9-668D-3DD7-077D3E6B1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9E39-A78E-51B2-15D8-F4862BC1B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4C263-B30F-34EC-7B48-E8CC526A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3B4A-2578-0128-6111-81E36180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8BC0-AF5E-15BA-9FB9-C31DC371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5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4339F-3D6D-3307-F2FE-999567AF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4DFB-3B89-408C-F47E-91B56C179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55BF2-04C5-0236-4322-AB47311AC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3FE1A-EE29-4ECA-A931-EC808BB2D40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F6E1-9B00-F904-85F4-FDE212E5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4F149-591F-7635-6E91-4D9D6A61D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8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E77F801-B00A-037F-0152-2673A5F70AE1}"/>
              </a:ext>
            </a:extLst>
          </p:cNvPr>
          <p:cNvSpPr txBox="1"/>
          <p:nvPr/>
        </p:nvSpPr>
        <p:spPr>
          <a:xfrm>
            <a:off x="2769823" y="5964064"/>
            <a:ext cx="83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Line / Black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42848B-8BC5-842B-E07B-E2DE803DC2DA}"/>
              </a:ext>
            </a:extLst>
          </p:cNvPr>
          <p:cNvSpPr txBox="1"/>
          <p:nvPr/>
        </p:nvSpPr>
        <p:spPr>
          <a:xfrm>
            <a:off x="2389802" y="5838443"/>
            <a:ext cx="923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Neutral / White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DCDCE1-3BE4-5662-F50B-20C934F3DF6D}"/>
              </a:ext>
            </a:extLst>
          </p:cNvPr>
          <p:cNvSpPr txBox="1"/>
          <p:nvPr/>
        </p:nvSpPr>
        <p:spPr>
          <a:xfrm>
            <a:off x="2178431" y="5700829"/>
            <a:ext cx="879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Ground / Green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E85B07-8B46-2D7B-E595-5E141CC967DA}"/>
              </a:ext>
            </a:extLst>
          </p:cNvPr>
          <p:cNvSpPr txBox="1"/>
          <p:nvPr/>
        </p:nvSpPr>
        <p:spPr>
          <a:xfrm>
            <a:off x="5345652" y="5981299"/>
            <a:ext cx="7130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L1  N1    G1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6D6FB-A40F-71CD-0B79-CF6574A9C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91" y="5448455"/>
            <a:ext cx="789243" cy="935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CC1E9-6CA9-488B-BC1C-FBAD1F5F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41" y="4665490"/>
            <a:ext cx="803969" cy="836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BA850-ADBA-BB97-7219-718DA84E8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066" y="2435119"/>
            <a:ext cx="504895" cy="743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F31B0E-25BC-AABC-9059-0390F7C7D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118" y="1746587"/>
            <a:ext cx="504895" cy="743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05EC08-9763-42A9-20E7-E81A8FF4C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665" y="3997559"/>
            <a:ext cx="971546" cy="1956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2FEE1E-624A-BE1B-EC8A-EA001AC19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701" y="3997559"/>
            <a:ext cx="971546" cy="195658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0DBCF6-BA75-836F-0DAC-12A6F5C5DC79}"/>
              </a:ext>
            </a:extLst>
          </p:cNvPr>
          <p:cNvCxnSpPr/>
          <p:nvPr/>
        </p:nvCxnSpPr>
        <p:spPr>
          <a:xfrm>
            <a:off x="2556052" y="5868482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E09706-997C-83F7-98E2-A1F51780E732}"/>
              </a:ext>
            </a:extLst>
          </p:cNvPr>
          <p:cNvCxnSpPr>
            <a:cxnSpLocks/>
          </p:cNvCxnSpPr>
          <p:nvPr/>
        </p:nvCxnSpPr>
        <p:spPr>
          <a:xfrm>
            <a:off x="3132294" y="5455784"/>
            <a:ext cx="0" cy="41269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4FEF63-649C-7C55-BED1-2AEDF3D812A8}"/>
              </a:ext>
            </a:extLst>
          </p:cNvPr>
          <p:cNvCxnSpPr/>
          <p:nvPr/>
        </p:nvCxnSpPr>
        <p:spPr>
          <a:xfrm>
            <a:off x="2802673" y="6008391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26D226-402A-F4CE-25E0-2C3969AF792E}"/>
              </a:ext>
            </a:extLst>
          </p:cNvPr>
          <p:cNvCxnSpPr>
            <a:cxnSpLocks/>
          </p:cNvCxnSpPr>
          <p:nvPr/>
        </p:nvCxnSpPr>
        <p:spPr>
          <a:xfrm>
            <a:off x="3378915" y="5455784"/>
            <a:ext cx="0" cy="5526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E262D1-5413-5C44-A861-8DF9C623608C}"/>
              </a:ext>
            </a:extLst>
          </p:cNvPr>
          <p:cNvCxnSpPr/>
          <p:nvPr/>
        </p:nvCxnSpPr>
        <p:spPr>
          <a:xfrm>
            <a:off x="3079741" y="6129600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108D9B-120E-654C-01B2-664919951262}"/>
              </a:ext>
            </a:extLst>
          </p:cNvPr>
          <p:cNvCxnSpPr>
            <a:cxnSpLocks/>
          </p:cNvCxnSpPr>
          <p:nvPr/>
        </p:nvCxnSpPr>
        <p:spPr>
          <a:xfrm>
            <a:off x="3655983" y="5502274"/>
            <a:ext cx="0" cy="627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69BF6D-8717-2217-B29B-350B5C24DE6C}"/>
              </a:ext>
            </a:extLst>
          </p:cNvPr>
          <p:cNvCxnSpPr/>
          <p:nvPr/>
        </p:nvCxnSpPr>
        <p:spPr>
          <a:xfrm>
            <a:off x="3143150" y="4034433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6E1562-61FB-1D1D-345D-51C14FA10E18}"/>
              </a:ext>
            </a:extLst>
          </p:cNvPr>
          <p:cNvCxnSpPr>
            <a:cxnSpLocks/>
          </p:cNvCxnSpPr>
          <p:nvPr/>
        </p:nvCxnSpPr>
        <p:spPr>
          <a:xfrm>
            <a:off x="3143150" y="4038164"/>
            <a:ext cx="0" cy="62732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F810404-AE91-79AC-B12E-6A800D297AD4}"/>
              </a:ext>
            </a:extLst>
          </p:cNvPr>
          <p:cNvCxnSpPr/>
          <p:nvPr/>
        </p:nvCxnSpPr>
        <p:spPr>
          <a:xfrm>
            <a:off x="3378915" y="4224933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F130A4-B9CC-742E-86FD-FADE62DDB462}"/>
              </a:ext>
            </a:extLst>
          </p:cNvPr>
          <p:cNvCxnSpPr>
            <a:cxnSpLocks/>
          </p:cNvCxnSpPr>
          <p:nvPr/>
        </p:nvCxnSpPr>
        <p:spPr>
          <a:xfrm>
            <a:off x="3378915" y="4228664"/>
            <a:ext cx="0" cy="4368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9A8330-10A6-FD30-908F-E8F3442A34BF}"/>
              </a:ext>
            </a:extLst>
          </p:cNvPr>
          <p:cNvCxnSpPr/>
          <p:nvPr/>
        </p:nvCxnSpPr>
        <p:spPr>
          <a:xfrm>
            <a:off x="3655983" y="4439246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019718-37DE-5E37-DD70-8DC214AC4D01}"/>
              </a:ext>
            </a:extLst>
          </p:cNvPr>
          <p:cNvCxnSpPr>
            <a:cxnSpLocks/>
          </p:cNvCxnSpPr>
          <p:nvPr/>
        </p:nvCxnSpPr>
        <p:spPr>
          <a:xfrm>
            <a:off x="3655983" y="4442977"/>
            <a:ext cx="0" cy="222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8FC4E8-97FB-A8F2-F3F0-6A1AF8C921F7}"/>
              </a:ext>
            </a:extLst>
          </p:cNvPr>
          <p:cNvCxnSpPr/>
          <p:nvPr/>
        </p:nvCxnSpPr>
        <p:spPr>
          <a:xfrm>
            <a:off x="3243162" y="4121201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35AA157-DBBD-663B-4453-DDC3DECA0D70}"/>
              </a:ext>
            </a:extLst>
          </p:cNvPr>
          <p:cNvCxnSpPr>
            <a:cxnSpLocks/>
          </p:cNvCxnSpPr>
          <p:nvPr/>
        </p:nvCxnSpPr>
        <p:spPr>
          <a:xfrm>
            <a:off x="3243162" y="4114083"/>
            <a:ext cx="0" cy="55140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C26881-4F4A-C050-2A76-E9BC8CA0E082}"/>
              </a:ext>
            </a:extLst>
          </p:cNvPr>
          <p:cNvCxnSpPr/>
          <p:nvPr/>
        </p:nvCxnSpPr>
        <p:spPr>
          <a:xfrm>
            <a:off x="3478927" y="4300852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F54B88-D8C6-9392-33A5-5F67FAF694A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478927" y="4304583"/>
            <a:ext cx="2799" cy="360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7046FA-3BFD-5108-B110-A048AE3C27CD}"/>
              </a:ext>
            </a:extLst>
          </p:cNvPr>
          <p:cNvCxnSpPr/>
          <p:nvPr/>
        </p:nvCxnSpPr>
        <p:spPr>
          <a:xfrm>
            <a:off x="3755995" y="4515165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BFB5F8A-1A26-A446-462E-CD71B3107F2A}"/>
              </a:ext>
            </a:extLst>
          </p:cNvPr>
          <p:cNvCxnSpPr>
            <a:cxnSpLocks/>
          </p:cNvCxnSpPr>
          <p:nvPr/>
        </p:nvCxnSpPr>
        <p:spPr>
          <a:xfrm>
            <a:off x="3755995" y="4518896"/>
            <a:ext cx="0" cy="146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9AA4970-E82C-6926-A63C-5A91684C7278}"/>
              </a:ext>
            </a:extLst>
          </p:cNvPr>
          <p:cNvSpPr txBox="1"/>
          <p:nvPr/>
        </p:nvSpPr>
        <p:spPr>
          <a:xfrm>
            <a:off x="1994742" y="5017568"/>
            <a:ext cx="8939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Jumpers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DE4C03D5-62BD-F865-CADA-2048DA4CB820}"/>
              </a:ext>
            </a:extLst>
          </p:cNvPr>
          <p:cNvSpPr/>
          <p:nvPr/>
        </p:nvSpPr>
        <p:spPr>
          <a:xfrm>
            <a:off x="2769823" y="5024030"/>
            <a:ext cx="288121" cy="231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25A135-B65C-34CF-B16E-5BE3FA119BBB}"/>
              </a:ext>
            </a:extLst>
          </p:cNvPr>
          <p:cNvSpPr txBox="1"/>
          <p:nvPr/>
        </p:nvSpPr>
        <p:spPr>
          <a:xfrm>
            <a:off x="3655982" y="3901398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0F4222-692D-0970-8470-73F5A9D5CB0D}"/>
              </a:ext>
            </a:extLst>
          </p:cNvPr>
          <p:cNvSpPr txBox="1"/>
          <p:nvPr/>
        </p:nvSpPr>
        <p:spPr>
          <a:xfrm>
            <a:off x="3768981" y="3997559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18BE36-1FA5-A51C-019D-FCBB5A3E1E55}"/>
              </a:ext>
            </a:extLst>
          </p:cNvPr>
          <p:cNvSpPr txBox="1"/>
          <p:nvPr/>
        </p:nvSpPr>
        <p:spPr>
          <a:xfrm>
            <a:off x="3891745" y="4103077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A0BCE1-FC09-47A5-7B6F-B4663A94CB70}"/>
              </a:ext>
            </a:extLst>
          </p:cNvPr>
          <p:cNvSpPr txBox="1"/>
          <p:nvPr/>
        </p:nvSpPr>
        <p:spPr>
          <a:xfrm>
            <a:off x="3996558" y="4184861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6D507A-65F4-6E34-A194-890E079E10EA}"/>
              </a:ext>
            </a:extLst>
          </p:cNvPr>
          <p:cNvSpPr txBox="1"/>
          <p:nvPr/>
        </p:nvSpPr>
        <p:spPr>
          <a:xfrm>
            <a:off x="4166879" y="4316317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BD2C08-91AB-3F1B-9A1C-AA011EAFCF9D}"/>
              </a:ext>
            </a:extLst>
          </p:cNvPr>
          <p:cNvSpPr txBox="1"/>
          <p:nvPr/>
        </p:nvSpPr>
        <p:spPr>
          <a:xfrm>
            <a:off x="4266891" y="4415395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7C9368-7839-36BF-724E-73DABB83BDCD}"/>
              </a:ext>
            </a:extLst>
          </p:cNvPr>
          <p:cNvSpPr txBox="1"/>
          <p:nvPr/>
        </p:nvSpPr>
        <p:spPr>
          <a:xfrm>
            <a:off x="5072188" y="378211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+PS1 +PS1 -PS1 -PS1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0BCE187-FE21-03CC-97B3-44E3C23F06B9}"/>
              </a:ext>
            </a:extLst>
          </p:cNvPr>
          <p:cNvSpPr txBox="1"/>
          <p:nvPr/>
        </p:nvSpPr>
        <p:spPr>
          <a:xfrm>
            <a:off x="6864224" y="378211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+PS2 +PS2 -PS2 -PS2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EC6B12-9758-469B-6067-1E49F677F31D}"/>
              </a:ext>
            </a:extLst>
          </p:cNvPr>
          <p:cNvSpPr txBox="1"/>
          <p:nvPr/>
        </p:nvSpPr>
        <p:spPr>
          <a:xfrm>
            <a:off x="3057944" y="2485233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B52DB5-8D13-168D-1873-78A2A3D8C22D}"/>
              </a:ext>
            </a:extLst>
          </p:cNvPr>
          <p:cNvSpPr txBox="1"/>
          <p:nvPr/>
        </p:nvSpPr>
        <p:spPr>
          <a:xfrm>
            <a:off x="9170263" y="317376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F92EF158-DDCD-DDC0-9AE2-80E76D5CD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271" y="1045544"/>
            <a:ext cx="1452809" cy="181210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FED66DA7-5F3C-D51E-05E9-0B77502758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107" y="276562"/>
            <a:ext cx="1087265" cy="1812108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9044E469-B51D-09D9-E028-8DC090A1BB62}"/>
              </a:ext>
            </a:extLst>
          </p:cNvPr>
          <p:cNvSpPr txBox="1"/>
          <p:nvPr/>
        </p:nvSpPr>
        <p:spPr>
          <a:xfrm>
            <a:off x="9170262" y="2224083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403ED1-99C4-DE21-5EB8-AECF2F758A12}"/>
              </a:ext>
            </a:extLst>
          </p:cNvPr>
          <p:cNvSpPr txBox="1"/>
          <p:nvPr/>
        </p:nvSpPr>
        <p:spPr>
          <a:xfrm>
            <a:off x="3074822" y="1507248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CF88E23-A9AA-DD17-970C-10E0939E7DA3}"/>
              </a:ext>
            </a:extLst>
          </p:cNvPr>
          <p:cNvSpPr txBox="1"/>
          <p:nvPr/>
        </p:nvSpPr>
        <p:spPr>
          <a:xfrm>
            <a:off x="8318391" y="1622622"/>
            <a:ext cx="539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–PS2</a:t>
            </a:r>
          </a:p>
          <a:p>
            <a:r>
              <a:rPr lang="en-US" sz="800" dirty="0"/>
              <a:t>+PS2</a:t>
            </a:r>
          </a:p>
          <a:p>
            <a:r>
              <a:rPr lang="en-US" sz="800" dirty="0"/>
              <a:t>+PS1 </a:t>
            </a:r>
          </a:p>
          <a:p>
            <a:r>
              <a:rPr lang="en-US" sz="800" dirty="0"/>
              <a:t>-PS1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7F9CF98-2D74-DC5B-FD90-211392260AC8}"/>
              </a:ext>
            </a:extLst>
          </p:cNvPr>
          <p:cNvSpPr txBox="1"/>
          <p:nvPr/>
        </p:nvSpPr>
        <p:spPr>
          <a:xfrm>
            <a:off x="4706712" y="1073442"/>
            <a:ext cx="539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–PS2</a:t>
            </a:r>
          </a:p>
          <a:p>
            <a:r>
              <a:rPr lang="en-US" sz="800" dirty="0"/>
              <a:t>+PS2</a:t>
            </a:r>
          </a:p>
          <a:p>
            <a:r>
              <a:rPr lang="en-US" sz="800" dirty="0"/>
              <a:t>+PS1 </a:t>
            </a:r>
          </a:p>
          <a:p>
            <a:r>
              <a:rPr lang="en-US" sz="800" dirty="0"/>
              <a:t>-PS1 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D7AE5B0-908C-802B-CBF1-DB76E54690A7}"/>
              </a:ext>
            </a:extLst>
          </p:cNvPr>
          <p:cNvCxnSpPr>
            <a:cxnSpLocks/>
          </p:cNvCxnSpPr>
          <p:nvPr/>
        </p:nvCxnSpPr>
        <p:spPr>
          <a:xfrm>
            <a:off x="3285982" y="795031"/>
            <a:ext cx="1420730" cy="745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CEA161D-37A7-3DA7-15E8-BE90EFB72AD7}"/>
              </a:ext>
            </a:extLst>
          </p:cNvPr>
          <p:cNvCxnSpPr>
            <a:cxnSpLocks/>
          </p:cNvCxnSpPr>
          <p:nvPr/>
        </p:nvCxnSpPr>
        <p:spPr>
          <a:xfrm>
            <a:off x="3285982" y="795031"/>
            <a:ext cx="0" cy="7256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F8729DA-FFFC-A2D5-869E-C1EE02EF176D}"/>
              </a:ext>
            </a:extLst>
          </p:cNvPr>
          <p:cNvCxnSpPr>
            <a:cxnSpLocks/>
          </p:cNvCxnSpPr>
          <p:nvPr/>
        </p:nvCxnSpPr>
        <p:spPr>
          <a:xfrm>
            <a:off x="3982156" y="1290831"/>
            <a:ext cx="6707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1CD03C9-6CD4-A5A2-89BF-A547ECC902E9}"/>
              </a:ext>
            </a:extLst>
          </p:cNvPr>
          <p:cNvCxnSpPr>
            <a:cxnSpLocks/>
          </p:cNvCxnSpPr>
          <p:nvPr/>
        </p:nvCxnSpPr>
        <p:spPr>
          <a:xfrm>
            <a:off x="3982156" y="1290831"/>
            <a:ext cx="0" cy="244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8607884-DC93-1D39-60DD-4D3DD319FAA4}"/>
              </a:ext>
            </a:extLst>
          </p:cNvPr>
          <p:cNvCxnSpPr>
            <a:cxnSpLocks/>
          </p:cNvCxnSpPr>
          <p:nvPr/>
        </p:nvCxnSpPr>
        <p:spPr>
          <a:xfrm>
            <a:off x="3762261" y="1182616"/>
            <a:ext cx="88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35A6BB7-BD96-6135-EE34-325EC682B262}"/>
              </a:ext>
            </a:extLst>
          </p:cNvPr>
          <p:cNvCxnSpPr>
            <a:cxnSpLocks/>
          </p:cNvCxnSpPr>
          <p:nvPr/>
        </p:nvCxnSpPr>
        <p:spPr>
          <a:xfrm>
            <a:off x="3762261" y="1182616"/>
            <a:ext cx="0" cy="353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0FBEC3C-B3C2-93AB-0B54-973E1B2100EE}"/>
              </a:ext>
            </a:extLst>
          </p:cNvPr>
          <p:cNvCxnSpPr>
            <a:cxnSpLocks/>
          </p:cNvCxnSpPr>
          <p:nvPr/>
        </p:nvCxnSpPr>
        <p:spPr>
          <a:xfrm>
            <a:off x="3523546" y="809983"/>
            <a:ext cx="0" cy="7256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18E474-9848-A835-18A9-D4FA7D287C1C}"/>
              </a:ext>
            </a:extLst>
          </p:cNvPr>
          <p:cNvCxnSpPr>
            <a:cxnSpLocks/>
          </p:cNvCxnSpPr>
          <p:nvPr/>
        </p:nvCxnSpPr>
        <p:spPr>
          <a:xfrm>
            <a:off x="3523545" y="812065"/>
            <a:ext cx="1129325" cy="5952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F2D166A-E8EE-8611-6328-88CDF499FD34}"/>
              </a:ext>
            </a:extLst>
          </p:cNvPr>
          <p:cNvCxnSpPr>
            <a:cxnSpLocks/>
          </p:cNvCxnSpPr>
          <p:nvPr/>
        </p:nvCxnSpPr>
        <p:spPr>
          <a:xfrm>
            <a:off x="8694911" y="2097139"/>
            <a:ext cx="6707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E9D30-A0BF-8D01-B077-8344ED6EC05A}"/>
              </a:ext>
            </a:extLst>
          </p:cNvPr>
          <p:cNvCxnSpPr>
            <a:cxnSpLocks/>
          </p:cNvCxnSpPr>
          <p:nvPr/>
        </p:nvCxnSpPr>
        <p:spPr>
          <a:xfrm>
            <a:off x="9365625" y="2088670"/>
            <a:ext cx="0" cy="1354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4B18217-87CA-9DC5-7F2F-677EA2D47876}"/>
              </a:ext>
            </a:extLst>
          </p:cNvPr>
          <p:cNvCxnSpPr>
            <a:cxnSpLocks/>
          </p:cNvCxnSpPr>
          <p:nvPr/>
        </p:nvCxnSpPr>
        <p:spPr>
          <a:xfrm>
            <a:off x="8694911" y="2004791"/>
            <a:ext cx="9183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3BFDF9D-19C9-0A55-BDE6-DED8981269B5}"/>
              </a:ext>
            </a:extLst>
          </p:cNvPr>
          <p:cNvCxnSpPr>
            <a:cxnSpLocks/>
          </p:cNvCxnSpPr>
          <p:nvPr/>
        </p:nvCxnSpPr>
        <p:spPr>
          <a:xfrm>
            <a:off x="9613275" y="2004791"/>
            <a:ext cx="0" cy="2192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F0E5060-E53D-36F7-D430-AE72E8BE2621}"/>
              </a:ext>
            </a:extLst>
          </p:cNvPr>
          <p:cNvCxnSpPr>
            <a:cxnSpLocks/>
          </p:cNvCxnSpPr>
          <p:nvPr/>
        </p:nvCxnSpPr>
        <p:spPr>
          <a:xfrm>
            <a:off x="8694911" y="1753172"/>
            <a:ext cx="1146194" cy="8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048ABEE-83B7-B0E1-297B-4632DE32D4EC}"/>
              </a:ext>
            </a:extLst>
          </p:cNvPr>
          <p:cNvCxnSpPr>
            <a:cxnSpLocks/>
          </p:cNvCxnSpPr>
          <p:nvPr/>
        </p:nvCxnSpPr>
        <p:spPr>
          <a:xfrm>
            <a:off x="9841105" y="1753172"/>
            <a:ext cx="0" cy="475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E162869-3DC4-E328-1FEC-0DC44BE8B519}"/>
              </a:ext>
            </a:extLst>
          </p:cNvPr>
          <p:cNvCxnSpPr>
            <a:cxnSpLocks/>
          </p:cNvCxnSpPr>
          <p:nvPr/>
        </p:nvCxnSpPr>
        <p:spPr>
          <a:xfrm>
            <a:off x="8694911" y="1861788"/>
            <a:ext cx="1388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F13AE8-092E-54DD-3B55-AAB5AAA52207}"/>
              </a:ext>
            </a:extLst>
          </p:cNvPr>
          <p:cNvCxnSpPr>
            <a:cxnSpLocks/>
          </p:cNvCxnSpPr>
          <p:nvPr/>
        </p:nvCxnSpPr>
        <p:spPr>
          <a:xfrm>
            <a:off x="10083163" y="1856513"/>
            <a:ext cx="0" cy="367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BC58B86-7217-A0A3-0914-6A9F148EAA06}"/>
              </a:ext>
            </a:extLst>
          </p:cNvPr>
          <p:cNvCxnSpPr>
            <a:cxnSpLocks/>
          </p:cNvCxnSpPr>
          <p:nvPr/>
        </p:nvCxnSpPr>
        <p:spPr>
          <a:xfrm>
            <a:off x="4991924" y="6317976"/>
            <a:ext cx="501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81AD97F-953F-412B-D2A2-C607EC6D1DCD}"/>
              </a:ext>
            </a:extLst>
          </p:cNvPr>
          <p:cNvCxnSpPr>
            <a:cxnSpLocks/>
          </p:cNvCxnSpPr>
          <p:nvPr/>
        </p:nvCxnSpPr>
        <p:spPr>
          <a:xfrm>
            <a:off x="5493001" y="6182563"/>
            <a:ext cx="0" cy="13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1B65B57-00C0-8A39-74E1-6BB67BD10417}"/>
              </a:ext>
            </a:extLst>
          </p:cNvPr>
          <p:cNvCxnSpPr>
            <a:cxnSpLocks/>
          </p:cNvCxnSpPr>
          <p:nvPr/>
        </p:nvCxnSpPr>
        <p:spPr>
          <a:xfrm>
            <a:off x="5157644" y="6417989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3506060-2CFD-104F-C66A-978792761B7D}"/>
              </a:ext>
            </a:extLst>
          </p:cNvPr>
          <p:cNvCxnSpPr>
            <a:cxnSpLocks/>
          </p:cNvCxnSpPr>
          <p:nvPr/>
        </p:nvCxnSpPr>
        <p:spPr>
          <a:xfrm>
            <a:off x="5658721" y="6179508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C49D49C-C890-4126-8406-89CFABDF1220}"/>
              </a:ext>
            </a:extLst>
          </p:cNvPr>
          <p:cNvCxnSpPr>
            <a:cxnSpLocks/>
          </p:cNvCxnSpPr>
          <p:nvPr/>
        </p:nvCxnSpPr>
        <p:spPr>
          <a:xfrm>
            <a:off x="5345652" y="6508476"/>
            <a:ext cx="50107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CBA8036-C8CA-43B4-EB38-F469CD48FAE2}"/>
              </a:ext>
            </a:extLst>
          </p:cNvPr>
          <p:cNvCxnSpPr>
            <a:cxnSpLocks/>
          </p:cNvCxnSpPr>
          <p:nvPr/>
        </p:nvCxnSpPr>
        <p:spPr>
          <a:xfrm>
            <a:off x="5846729" y="6179508"/>
            <a:ext cx="0" cy="32896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6864798-B197-F525-A251-6635742C2548}"/>
              </a:ext>
            </a:extLst>
          </p:cNvPr>
          <p:cNvSpPr txBox="1"/>
          <p:nvPr/>
        </p:nvSpPr>
        <p:spPr>
          <a:xfrm>
            <a:off x="7156006" y="5987101"/>
            <a:ext cx="7130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L2  N2    G2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D0A7C03-1370-1373-5ABE-2FBE5EBFED8E}"/>
              </a:ext>
            </a:extLst>
          </p:cNvPr>
          <p:cNvCxnSpPr>
            <a:cxnSpLocks/>
          </p:cNvCxnSpPr>
          <p:nvPr/>
        </p:nvCxnSpPr>
        <p:spPr>
          <a:xfrm>
            <a:off x="6802278" y="6323778"/>
            <a:ext cx="501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5D8A79F-4D24-362B-3793-A3D7AB15E0FB}"/>
              </a:ext>
            </a:extLst>
          </p:cNvPr>
          <p:cNvCxnSpPr>
            <a:cxnSpLocks/>
          </p:cNvCxnSpPr>
          <p:nvPr/>
        </p:nvCxnSpPr>
        <p:spPr>
          <a:xfrm>
            <a:off x="7303355" y="6188365"/>
            <a:ext cx="0" cy="13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4E99B1E-6654-2D5D-9326-F7CB9A220024}"/>
              </a:ext>
            </a:extLst>
          </p:cNvPr>
          <p:cNvCxnSpPr>
            <a:cxnSpLocks/>
          </p:cNvCxnSpPr>
          <p:nvPr/>
        </p:nvCxnSpPr>
        <p:spPr>
          <a:xfrm>
            <a:off x="6967998" y="6423791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5230216-89FA-5F8D-681C-8F9C7C59E6CE}"/>
              </a:ext>
            </a:extLst>
          </p:cNvPr>
          <p:cNvCxnSpPr>
            <a:cxnSpLocks/>
          </p:cNvCxnSpPr>
          <p:nvPr/>
        </p:nvCxnSpPr>
        <p:spPr>
          <a:xfrm>
            <a:off x="7469075" y="6185310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98F236C-7CFC-5615-1CA5-BE19A27F1A1C}"/>
              </a:ext>
            </a:extLst>
          </p:cNvPr>
          <p:cNvCxnSpPr>
            <a:cxnSpLocks/>
          </p:cNvCxnSpPr>
          <p:nvPr/>
        </p:nvCxnSpPr>
        <p:spPr>
          <a:xfrm>
            <a:off x="7156006" y="6514278"/>
            <a:ext cx="50107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CCDEAE5-C524-99CF-3BAF-29119471A141}"/>
              </a:ext>
            </a:extLst>
          </p:cNvPr>
          <p:cNvCxnSpPr>
            <a:cxnSpLocks/>
          </p:cNvCxnSpPr>
          <p:nvPr/>
        </p:nvCxnSpPr>
        <p:spPr>
          <a:xfrm>
            <a:off x="7657083" y="6185310"/>
            <a:ext cx="0" cy="32896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E29DFE8-3A70-D283-C453-A7182E05D010}"/>
              </a:ext>
            </a:extLst>
          </p:cNvPr>
          <p:cNvCxnSpPr>
            <a:cxnSpLocks/>
          </p:cNvCxnSpPr>
          <p:nvPr/>
        </p:nvCxnSpPr>
        <p:spPr>
          <a:xfrm>
            <a:off x="8919723" y="3527677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6B5C6A81-811E-A0DC-648B-88B1394CAF96}"/>
              </a:ext>
            </a:extLst>
          </p:cNvPr>
          <p:cNvCxnSpPr>
            <a:cxnSpLocks/>
          </p:cNvCxnSpPr>
          <p:nvPr/>
        </p:nvCxnSpPr>
        <p:spPr>
          <a:xfrm>
            <a:off x="9420800" y="3392264"/>
            <a:ext cx="0" cy="1354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740B081-2B76-44EE-3031-8AFB0D988A05}"/>
              </a:ext>
            </a:extLst>
          </p:cNvPr>
          <p:cNvCxnSpPr>
            <a:cxnSpLocks/>
          </p:cNvCxnSpPr>
          <p:nvPr/>
        </p:nvCxnSpPr>
        <p:spPr>
          <a:xfrm>
            <a:off x="9152020" y="3627690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B61D6E9-BAC0-5924-CF92-19B7AC4EDFFF}"/>
              </a:ext>
            </a:extLst>
          </p:cNvPr>
          <p:cNvCxnSpPr>
            <a:cxnSpLocks/>
          </p:cNvCxnSpPr>
          <p:nvPr/>
        </p:nvCxnSpPr>
        <p:spPr>
          <a:xfrm>
            <a:off x="9653097" y="3389209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ADCFB04-6CF8-20C7-D1D2-A20060BCE8E7}"/>
              </a:ext>
            </a:extLst>
          </p:cNvPr>
          <p:cNvCxnSpPr>
            <a:cxnSpLocks/>
          </p:cNvCxnSpPr>
          <p:nvPr/>
        </p:nvCxnSpPr>
        <p:spPr>
          <a:xfrm>
            <a:off x="9340028" y="3718177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F9E91E1-3E9E-B412-5174-21E6E5C9348D}"/>
              </a:ext>
            </a:extLst>
          </p:cNvPr>
          <p:cNvCxnSpPr>
            <a:cxnSpLocks/>
          </p:cNvCxnSpPr>
          <p:nvPr/>
        </p:nvCxnSpPr>
        <p:spPr>
          <a:xfrm>
            <a:off x="9841105" y="3389209"/>
            <a:ext cx="0" cy="328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415622E-6278-4576-BEC2-B8847D7CA77E}"/>
              </a:ext>
            </a:extLst>
          </p:cNvPr>
          <p:cNvCxnSpPr>
            <a:cxnSpLocks/>
          </p:cNvCxnSpPr>
          <p:nvPr/>
        </p:nvCxnSpPr>
        <p:spPr>
          <a:xfrm>
            <a:off x="9582086" y="3837995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83B60EB-9359-6D3C-1FE5-0B3D1390877D}"/>
              </a:ext>
            </a:extLst>
          </p:cNvPr>
          <p:cNvCxnSpPr>
            <a:cxnSpLocks/>
          </p:cNvCxnSpPr>
          <p:nvPr/>
        </p:nvCxnSpPr>
        <p:spPr>
          <a:xfrm>
            <a:off x="10083163" y="3389209"/>
            <a:ext cx="0" cy="448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ABFB58C-7B60-6815-792E-37045492B8C2}"/>
              </a:ext>
            </a:extLst>
          </p:cNvPr>
          <p:cNvCxnSpPr>
            <a:cxnSpLocks/>
          </p:cNvCxnSpPr>
          <p:nvPr/>
        </p:nvCxnSpPr>
        <p:spPr>
          <a:xfrm>
            <a:off x="3991904" y="2849447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8FD1591-70BF-D6ED-0D92-797B37281AED}"/>
              </a:ext>
            </a:extLst>
          </p:cNvPr>
          <p:cNvCxnSpPr>
            <a:cxnSpLocks/>
          </p:cNvCxnSpPr>
          <p:nvPr/>
        </p:nvCxnSpPr>
        <p:spPr>
          <a:xfrm>
            <a:off x="3999781" y="2700677"/>
            <a:ext cx="0" cy="135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FEBAC69-20C2-0260-32CF-6FE33496DF77}"/>
              </a:ext>
            </a:extLst>
          </p:cNvPr>
          <p:cNvCxnSpPr>
            <a:cxnSpLocks/>
          </p:cNvCxnSpPr>
          <p:nvPr/>
        </p:nvCxnSpPr>
        <p:spPr>
          <a:xfrm>
            <a:off x="3741366" y="2938060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BC96ECBA-003E-F657-4D92-A87AA018D79D}"/>
              </a:ext>
            </a:extLst>
          </p:cNvPr>
          <p:cNvCxnSpPr>
            <a:cxnSpLocks/>
          </p:cNvCxnSpPr>
          <p:nvPr/>
        </p:nvCxnSpPr>
        <p:spPr>
          <a:xfrm>
            <a:off x="3755995" y="2700677"/>
            <a:ext cx="0" cy="238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87BEA26-038B-1D49-5BD4-60D4662F5E80}"/>
              </a:ext>
            </a:extLst>
          </p:cNvPr>
          <p:cNvCxnSpPr>
            <a:cxnSpLocks/>
          </p:cNvCxnSpPr>
          <p:nvPr/>
        </p:nvCxnSpPr>
        <p:spPr>
          <a:xfrm>
            <a:off x="3518442" y="3028547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B7045340-0451-D03E-8FA4-E7EDD362DA6A}"/>
              </a:ext>
            </a:extLst>
          </p:cNvPr>
          <p:cNvCxnSpPr>
            <a:cxnSpLocks/>
          </p:cNvCxnSpPr>
          <p:nvPr/>
        </p:nvCxnSpPr>
        <p:spPr>
          <a:xfrm>
            <a:off x="3523545" y="2693167"/>
            <a:ext cx="0" cy="3289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4AAD0AD-AD84-CF11-C3EF-2C0B4D678939}"/>
              </a:ext>
            </a:extLst>
          </p:cNvPr>
          <p:cNvCxnSpPr>
            <a:cxnSpLocks/>
          </p:cNvCxnSpPr>
          <p:nvPr/>
        </p:nvCxnSpPr>
        <p:spPr>
          <a:xfrm>
            <a:off x="3267904" y="3107725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05AA11A-D26F-3C76-C0EA-B19D854486A1}"/>
              </a:ext>
            </a:extLst>
          </p:cNvPr>
          <p:cNvCxnSpPr>
            <a:cxnSpLocks/>
          </p:cNvCxnSpPr>
          <p:nvPr/>
        </p:nvCxnSpPr>
        <p:spPr>
          <a:xfrm>
            <a:off x="3270900" y="2658939"/>
            <a:ext cx="0" cy="448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6E00EB7-8793-0DDA-5A0B-A28A42652CC0}"/>
              </a:ext>
            </a:extLst>
          </p:cNvPr>
          <p:cNvCxnSpPr>
            <a:cxnSpLocks/>
          </p:cNvCxnSpPr>
          <p:nvPr/>
        </p:nvCxnSpPr>
        <p:spPr>
          <a:xfrm>
            <a:off x="6802278" y="3467314"/>
            <a:ext cx="7516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2E7F2CC-54B5-CAFC-39AD-ECE2FD2B6003}"/>
              </a:ext>
            </a:extLst>
          </p:cNvPr>
          <p:cNvCxnSpPr>
            <a:cxnSpLocks/>
          </p:cNvCxnSpPr>
          <p:nvPr/>
        </p:nvCxnSpPr>
        <p:spPr>
          <a:xfrm>
            <a:off x="7344384" y="3603171"/>
            <a:ext cx="0" cy="178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6BE0BD3-0C8C-AED1-20F7-26AC5B5EAB3A}"/>
              </a:ext>
            </a:extLst>
          </p:cNvPr>
          <p:cNvCxnSpPr>
            <a:cxnSpLocks/>
          </p:cNvCxnSpPr>
          <p:nvPr/>
        </p:nvCxnSpPr>
        <p:spPr>
          <a:xfrm>
            <a:off x="6802278" y="3603171"/>
            <a:ext cx="5324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C1D4407-C9E9-ACC7-EBEF-CBB2ED02838B}"/>
              </a:ext>
            </a:extLst>
          </p:cNvPr>
          <p:cNvCxnSpPr>
            <a:cxnSpLocks/>
          </p:cNvCxnSpPr>
          <p:nvPr/>
        </p:nvCxnSpPr>
        <p:spPr>
          <a:xfrm>
            <a:off x="7554270" y="3459736"/>
            <a:ext cx="0" cy="3223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E7B6ABD-02DA-2019-19B9-1F7D9DD2ED76}"/>
              </a:ext>
            </a:extLst>
          </p:cNvPr>
          <p:cNvCxnSpPr>
            <a:cxnSpLocks/>
          </p:cNvCxnSpPr>
          <p:nvPr/>
        </p:nvCxnSpPr>
        <p:spPr>
          <a:xfrm>
            <a:off x="7110324" y="3344051"/>
            <a:ext cx="11662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23897CB-5D22-1E1C-4CE0-515A4B557561}"/>
              </a:ext>
            </a:extLst>
          </p:cNvPr>
          <p:cNvCxnSpPr>
            <a:cxnSpLocks/>
          </p:cNvCxnSpPr>
          <p:nvPr/>
        </p:nvCxnSpPr>
        <p:spPr>
          <a:xfrm>
            <a:off x="7787101" y="3453147"/>
            <a:ext cx="0" cy="328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9815D50-3BD4-FC92-5DB8-768AF577A1B7}"/>
              </a:ext>
            </a:extLst>
          </p:cNvPr>
          <p:cNvCxnSpPr>
            <a:cxnSpLocks/>
          </p:cNvCxnSpPr>
          <p:nvPr/>
        </p:nvCxnSpPr>
        <p:spPr>
          <a:xfrm>
            <a:off x="7797458" y="3463868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88F0890-F3C0-0204-8148-2F78FCA3CCCE}"/>
              </a:ext>
            </a:extLst>
          </p:cNvPr>
          <p:cNvCxnSpPr>
            <a:cxnSpLocks/>
          </p:cNvCxnSpPr>
          <p:nvPr/>
        </p:nvCxnSpPr>
        <p:spPr>
          <a:xfrm>
            <a:off x="7099564" y="3333329"/>
            <a:ext cx="0" cy="448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E22C2AD3-FCA2-28FE-BE63-AA2EBD5BBC1A}"/>
              </a:ext>
            </a:extLst>
          </p:cNvPr>
          <p:cNvCxnSpPr>
            <a:cxnSpLocks/>
          </p:cNvCxnSpPr>
          <p:nvPr/>
        </p:nvCxnSpPr>
        <p:spPr>
          <a:xfrm>
            <a:off x="4999293" y="3471796"/>
            <a:ext cx="7516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15EED0F-9F44-6408-773E-DC0BEDC35B48}"/>
              </a:ext>
            </a:extLst>
          </p:cNvPr>
          <p:cNvCxnSpPr>
            <a:cxnSpLocks/>
          </p:cNvCxnSpPr>
          <p:nvPr/>
        </p:nvCxnSpPr>
        <p:spPr>
          <a:xfrm>
            <a:off x="5541399" y="3607653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8FD0B2C-9C08-87C4-B178-41130FDA5155}"/>
              </a:ext>
            </a:extLst>
          </p:cNvPr>
          <p:cNvCxnSpPr>
            <a:cxnSpLocks/>
          </p:cNvCxnSpPr>
          <p:nvPr/>
        </p:nvCxnSpPr>
        <p:spPr>
          <a:xfrm>
            <a:off x="4999293" y="3607653"/>
            <a:ext cx="5324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54E8B82-9A6C-FE5F-4EF0-95321F8BDAA9}"/>
              </a:ext>
            </a:extLst>
          </p:cNvPr>
          <p:cNvCxnSpPr>
            <a:cxnSpLocks/>
          </p:cNvCxnSpPr>
          <p:nvPr/>
        </p:nvCxnSpPr>
        <p:spPr>
          <a:xfrm>
            <a:off x="5751285" y="3464218"/>
            <a:ext cx="0" cy="3223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451B083D-5B3A-26EF-7A9C-D7AE3699398D}"/>
              </a:ext>
            </a:extLst>
          </p:cNvPr>
          <p:cNvCxnSpPr>
            <a:cxnSpLocks/>
          </p:cNvCxnSpPr>
          <p:nvPr/>
        </p:nvCxnSpPr>
        <p:spPr>
          <a:xfrm>
            <a:off x="5307339" y="3348533"/>
            <a:ext cx="11662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8633F3B-CF55-71C6-CDE6-57600507404E}"/>
              </a:ext>
            </a:extLst>
          </p:cNvPr>
          <p:cNvCxnSpPr>
            <a:cxnSpLocks/>
          </p:cNvCxnSpPr>
          <p:nvPr/>
        </p:nvCxnSpPr>
        <p:spPr>
          <a:xfrm>
            <a:off x="5984116" y="3457629"/>
            <a:ext cx="0" cy="3289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1D1E289-D8AD-17C1-43D7-E7747278ED7E}"/>
              </a:ext>
            </a:extLst>
          </p:cNvPr>
          <p:cNvCxnSpPr>
            <a:cxnSpLocks/>
          </p:cNvCxnSpPr>
          <p:nvPr/>
        </p:nvCxnSpPr>
        <p:spPr>
          <a:xfrm>
            <a:off x="5994473" y="3468350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5E152D6-FC2C-4469-C71E-E55D5ED925A5}"/>
              </a:ext>
            </a:extLst>
          </p:cNvPr>
          <p:cNvCxnSpPr>
            <a:cxnSpLocks/>
          </p:cNvCxnSpPr>
          <p:nvPr/>
        </p:nvCxnSpPr>
        <p:spPr>
          <a:xfrm>
            <a:off x="5296579" y="3337811"/>
            <a:ext cx="0" cy="448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5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88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Sweeney</dc:creator>
  <cp:lastModifiedBy>Steve Sweeney</cp:lastModifiedBy>
  <cp:revision>2</cp:revision>
  <dcterms:created xsi:type="dcterms:W3CDTF">2026-06-18T13:04:21Z</dcterms:created>
  <dcterms:modified xsi:type="dcterms:W3CDTF">2026-06-18T13:56:17Z</dcterms:modified>
</cp:coreProperties>
</file>